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1A1B2E"/>
    <a:srgbClr val="034526"/>
    <a:srgbClr val="064E42"/>
    <a:srgbClr val="0D11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36B1-F779-4A30-A840-ED236D623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83F06-8831-48CF-BB51-C8A2A09D6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2A87F-C3A1-4C40-BF4F-C71107CF1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73A21-03EB-4B32-83E4-106D160DB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651EE-4EFB-446F-AD68-F249FAC65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40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D0187-4D47-42B2-A0BF-C1FAF7D5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0A598-1258-43DB-B622-1409FB5FD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24D24-260D-4D1E-A6E5-C983DF72E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84BA1-CC7D-4281-AF16-AD7C04EE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23BB8-64D0-4A06-B318-C23D8E3C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64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29D1A-5E8C-4428-A281-5B53715C1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3CEB5-6D0A-424F-9176-743565B17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90889-95BF-4587-A0C2-0F87F77B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C0449-0B69-4080-A11C-4B0F4D11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56DE6-CB69-46EB-8173-0F21CD22E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12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4FD78-7D6E-4446-AA21-D9F177B22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DB7F5-2BAC-4B66-8BEA-38DECEB54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26CC4-AF6D-482B-A559-22C409D96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CB375-880E-4703-AF34-CCB26B04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AC199-26A2-4BF0-A6DD-7F6F9526B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78444-7B82-4693-AC5A-DFEA0856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25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9823-72F7-4270-B03B-77DC27D89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86A3B-C98A-4686-8AB4-3DE2386BA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DD75F-9E92-4CB3-9C47-91939555E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6B2379-6E60-4CCC-98EE-FF185CB6D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AF6FE-5080-443B-9AAB-55F8DF656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124D4A-24F1-40A1-93CE-B45309D7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8AA14C-B925-4699-967B-B47D58FFC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A0E662-C6C3-4C6C-BA68-DFB97196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18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416D-5866-4069-BC4C-6DD1E9DE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D439C-FA25-470C-BEE2-97584077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6DB21-2E40-435A-9E9B-B7CC16AE8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3CA2F-62B2-442E-8CF4-A02EA778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76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DF78F-5364-457F-8227-BFDAFD1A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B52BD4-24A1-499A-A527-C6317210D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31EC-9DC6-4ED1-9506-B861D2B1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875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8D9E-4CB5-455E-B4CD-731AFB67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FA1F1-A1FC-498E-B571-128172CE0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B6F09-975F-4672-B0EA-C5DA5C347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C8791-BE53-4F18-AF9E-954820316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19CE7-9207-4743-B00B-F543608F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4ACD8-98CA-489F-88DE-2F6638FF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854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E74C-5E66-47B5-8434-CCF11E37B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9939FB-FAE9-4421-B217-BFB77D9E5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FF417-0AA0-4885-8ED9-EECAD9733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B69FC-C57E-48F9-B970-E9D073C8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8BB96-45AE-461D-AA97-84E7FE28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0D487-DD9D-43C5-A6D0-626A8C06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88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405A-A2F0-4EF8-96F1-86ED467F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4BA39-0AFE-479A-BE03-C3635ACD8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4ECC1-B641-4957-B2A7-77B69C205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64E21-D629-4174-AD30-A16E568F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EA210-4169-4BBF-9027-B63FB1F7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25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B0A47-612B-4353-A661-49EAC2093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700D2-7A3B-4E82-9F7D-D08B583D5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F9222-1CD4-423A-9D2B-5DA3F968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C4B83-E50C-4531-9FE1-E32A1F39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7824E-F1FD-4D95-9251-118F28F08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276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B11028-4320-46E1-A418-D6C09599D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77B95-A3F5-4534-825A-6CB3BCE79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29BD-C59D-4F4A-A3F7-BCE362E92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9084-CCFE-418C-A651-C12A44B6AA9A}" type="datetimeFigureOut">
              <a:rPr lang="en-IN" smtClean="0"/>
              <a:t>22-03-2022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6E879-6045-4B77-A006-0F8B20FBA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1760F-F2DD-4D31-ABB3-8DB2177ED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F208A-8F03-4291-BAA3-D085DDF68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6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28FF-7ACE-4B5A-AABE-77EAB61A9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1321" y="653921"/>
            <a:ext cx="9058275" cy="1655762"/>
          </a:xfrm>
        </p:spPr>
        <p:txBody>
          <a:bodyPr/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Title : Cyborg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B67BC-56BD-42B8-8F68-666E8F512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2725" y="4075760"/>
            <a:ext cx="4829322" cy="2431571"/>
          </a:xfrm>
        </p:spPr>
        <p:txBody>
          <a:bodyPr>
            <a:normAutofit/>
          </a:bodyPr>
          <a:lstStyle/>
          <a:p>
            <a:pPr algn="r"/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Publishing year : march 2014</a:t>
            </a:r>
          </a:p>
          <a:p>
            <a:pPr algn="r"/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Author : M. Sai Kumar</a:t>
            </a:r>
          </a:p>
          <a:p>
            <a:pPr algn="r"/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pPr algn="r"/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Name : Aniket Ashok Mhatre  </a:t>
            </a:r>
          </a:p>
          <a:p>
            <a:pPr algn="r"/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Roll no: 317 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3B0D2F9-CCFD-4B0D-AEE6-66AD1E2BD4A8}"/>
              </a:ext>
            </a:extLst>
          </p:cNvPr>
          <p:cNvSpPr/>
          <p:nvPr/>
        </p:nvSpPr>
        <p:spPr>
          <a:xfrm rot="19422187">
            <a:off x="2866324" y="5934408"/>
            <a:ext cx="2731218" cy="1318116"/>
          </a:xfrm>
          <a:custGeom>
            <a:avLst/>
            <a:gdLst>
              <a:gd name="connsiteX0" fmla="*/ 2440646 w 2731218"/>
              <a:gd name="connsiteY0" fmla="*/ 112557 h 1318116"/>
              <a:gd name="connsiteX1" fmla="*/ 2731218 w 2731218"/>
              <a:gd name="connsiteY1" fmla="*/ 659058 h 1318116"/>
              <a:gd name="connsiteX2" fmla="*/ 2731217 w 2731218"/>
              <a:gd name="connsiteY2" fmla="*/ 659058 h 1318116"/>
              <a:gd name="connsiteX3" fmla="*/ 2072159 w 2731218"/>
              <a:gd name="connsiteY3" fmla="*/ 1318116 h 1318116"/>
              <a:gd name="connsiteX4" fmla="*/ 1794602 w 2731218"/>
              <a:gd name="connsiteY4" fmla="*/ 1318116 h 1318116"/>
              <a:gd name="connsiteX5" fmla="*/ 0 w 2731218"/>
              <a:gd name="connsiteY5" fmla="*/ 0 h 1318116"/>
              <a:gd name="connsiteX6" fmla="*/ 2072160 w 2731218"/>
              <a:gd name="connsiteY6" fmla="*/ 0 h 1318116"/>
              <a:gd name="connsiteX7" fmla="*/ 2440646 w 2731218"/>
              <a:gd name="connsiteY7" fmla="*/ 112557 h 13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1218" h="1318116">
                <a:moveTo>
                  <a:pt x="2440646" y="112557"/>
                </a:moveTo>
                <a:cubicBezTo>
                  <a:pt x="2615956" y="230994"/>
                  <a:pt x="2731218" y="431566"/>
                  <a:pt x="2731218" y="659058"/>
                </a:cubicBezTo>
                <a:lnTo>
                  <a:pt x="2731217" y="659058"/>
                </a:lnTo>
                <a:cubicBezTo>
                  <a:pt x="2731217" y="1023046"/>
                  <a:pt x="2436147" y="1318116"/>
                  <a:pt x="2072159" y="1318116"/>
                </a:cubicBezTo>
                <a:lnTo>
                  <a:pt x="1794602" y="1318116"/>
                </a:lnTo>
                <a:lnTo>
                  <a:pt x="0" y="0"/>
                </a:lnTo>
                <a:lnTo>
                  <a:pt x="2072160" y="0"/>
                </a:lnTo>
                <a:cubicBezTo>
                  <a:pt x="2208655" y="0"/>
                  <a:pt x="2335459" y="41494"/>
                  <a:pt x="2440646" y="112557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9C7DEE5-A152-4471-94A4-B20B8F754C12}"/>
              </a:ext>
            </a:extLst>
          </p:cNvPr>
          <p:cNvSpPr/>
          <p:nvPr/>
        </p:nvSpPr>
        <p:spPr>
          <a:xfrm rot="19391120">
            <a:off x="212922" y="4934429"/>
            <a:ext cx="6001909" cy="1256750"/>
          </a:xfrm>
          <a:custGeom>
            <a:avLst/>
            <a:gdLst>
              <a:gd name="connsiteX0" fmla="*/ 5724865 w 6001909"/>
              <a:gd name="connsiteY0" fmla="*/ 107317 h 1256750"/>
              <a:gd name="connsiteX1" fmla="*/ 6001909 w 6001909"/>
              <a:gd name="connsiteY1" fmla="*/ 628375 h 1256750"/>
              <a:gd name="connsiteX2" fmla="*/ 6001909 w 6001909"/>
              <a:gd name="connsiteY2" fmla="*/ 628375 h 1256750"/>
              <a:gd name="connsiteX3" fmla="*/ 5373534 w 6001909"/>
              <a:gd name="connsiteY3" fmla="*/ 1256750 h 1256750"/>
              <a:gd name="connsiteX4" fmla="*/ 1679035 w 6001909"/>
              <a:gd name="connsiteY4" fmla="*/ 1256750 h 1256750"/>
              <a:gd name="connsiteX5" fmla="*/ 0 w 6001909"/>
              <a:gd name="connsiteY5" fmla="*/ 0 h 1256750"/>
              <a:gd name="connsiteX6" fmla="*/ 5373534 w 6001909"/>
              <a:gd name="connsiteY6" fmla="*/ 0 h 1256750"/>
              <a:gd name="connsiteX7" fmla="*/ 5724865 w 6001909"/>
              <a:gd name="connsiteY7" fmla="*/ 107317 h 125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01909" h="1256750">
                <a:moveTo>
                  <a:pt x="5724865" y="107317"/>
                </a:moveTo>
                <a:cubicBezTo>
                  <a:pt x="5892013" y="220240"/>
                  <a:pt x="6001909" y="411474"/>
                  <a:pt x="6001909" y="628375"/>
                </a:cubicBezTo>
                <a:lnTo>
                  <a:pt x="6001909" y="628375"/>
                </a:lnTo>
                <a:cubicBezTo>
                  <a:pt x="6001908" y="975417"/>
                  <a:pt x="5720575" y="1256750"/>
                  <a:pt x="5373534" y="1256750"/>
                </a:cubicBezTo>
                <a:lnTo>
                  <a:pt x="1679035" y="1256750"/>
                </a:lnTo>
                <a:lnTo>
                  <a:pt x="0" y="0"/>
                </a:lnTo>
                <a:lnTo>
                  <a:pt x="5373534" y="0"/>
                </a:lnTo>
                <a:cubicBezTo>
                  <a:pt x="5503675" y="0"/>
                  <a:pt x="5624575" y="39563"/>
                  <a:pt x="5724865" y="107317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B16A7EA4-C196-41C7-A071-F48A2131B335}"/>
              </a:ext>
            </a:extLst>
          </p:cNvPr>
          <p:cNvSpPr/>
          <p:nvPr/>
        </p:nvSpPr>
        <p:spPr>
          <a:xfrm rot="19442779">
            <a:off x="-667074" y="3324930"/>
            <a:ext cx="3864588" cy="1018364"/>
          </a:xfrm>
          <a:custGeom>
            <a:avLst/>
            <a:gdLst>
              <a:gd name="connsiteX0" fmla="*/ 3640095 w 3864588"/>
              <a:gd name="connsiteY0" fmla="*/ 86961 h 1018364"/>
              <a:gd name="connsiteX1" fmla="*/ 3864588 w 3864588"/>
              <a:gd name="connsiteY1" fmla="*/ 509182 h 1018364"/>
              <a:gd name="connsiteX2" fmla="*/ 3864587 w 3864588"/>
              <a:gd name="connsiteY2" fmla="*/ 509182 h 1018364"/>
              <a:gd name="connsiteX3" fmla="*/ 3355405 w 3864588"/>
              <a:gd name="connsiteY3" fmla="*/ 1018364 h 1018364"/>
              <a:gd name="connsiteX4" fmla="*/ 0 w 3864588"/>
              <a:gd name="connsiteY4" fmla="*/ 1018364 h 1018364"/>
              <a:gd name="connsiteX5" fmla="*/ 738627 w 3864588"/>
              <a:gd name="connsiteY5" fmla="*/ 0 h 1018364"/>
              <a:gd name="connsiteX6" fmla="*/ 3355406 w 3864588"/>
              <a:gd name="connsiteY6" fmla="*/ 0 h 1018364"/>
              <a:gd name="connsiteX7" fmla="*/ 3640095 w 3864588"/>
              <a:gd name="connsiteY7" fmla="*/ 86961 h 101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4588" h="1018364">
                <a:moveTo>
                  <a:pt x="3640095" y="86961"/>
                </a:moveTo>
                <a:cubicBezTo>
                  <a:pt x="3775538" y="178464"/>
                  <a:pt x="3864588" y="333424"/>
                  <a:pt x="3864588" y="509182"/>
                </a:cubicBezTo>
                <a:lnTo>
                  <a:pt x="3864587" y="509182"/>
                </a:lnTo>
                <a:cubicBezTo>
                  <a:pt x="3864587" y="790395"/>
                  <a:pt x="3636618" y="1018364"/>
                  <a:pt x="3355405" y="1018364"/>
                </a:cubicBezTo>
                <a:lnTo>
                  <a:pt x="0" y="1018364"/>
                </a:lnTo>
                <a:lnTo>
                  <a:pt x="738627" y="0"/>
                </a:lnTo>
                <a:lnTo>
                  <a:pt x="3355406" y="0"/>
                </a:lnTo>
                <a:cubicBezTo>
                  <a:pt x="3460861" y="0"/>
                  <a:pt x="3558828" y="32058"/>
                  <a:pt x="3640095" y="86961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D9E9529-ECB1-4498-B805-1FAF8F86AF81}"/>
              </a:ext>
            </a:extLst>
          </p:cNvPr>
          <p:cNvSpPr/>
          <p:nvPr/>
        </p:nvSpPr>
        <p:spPr>
          <a:xfrm rot="19407797">
            <a:off x="-834789" y="4206667"/>
            <a:ext cx="5693190" cy="1170026"/>
          </a:xfrm>
          <a:custGeom>
            <a:avLst/>
            <a:gdLst>
              <a:gd name="connsiteX0" fmla="*/ 5435264 w 5693190"/>
              <a:gd name="connsiteY0" fmla="*/ 99911 h 1170026"/>
              <a:gd name="connsiteX1" fmla="*/ 5693190 w 5693190"/>
              <a:gd name="connsiteY1" fmla="*/ 585013 h 1170026"/>
              <a:gd name="connsiteX2" fmla="*/ 5108177 w 5693190"/>
              <a:gd name="connsiteY2" fmla="*/ 1170026 h 1170026"/>
              <a:gd name="connsiteX3" fmla="*/ 165301 w 5693190"/>
              <a:gd name="connsiteY3" fmla="*/ 1170026 h 1170026"/>
              <a:gd name="connsiteX4" fmla="*/ 0 w 5693190"/>
              <a:gd name="connsiteY4" fmla="*/ 1047546 h 1170026"/>
              <a:gd name="connsiteX5" fmla="*/ 776183 w 5693190"/>
              <a:gd name="connsiteY5" fmla="*/ 0 h 1170026"/>
              <a:gd name="connsiteX6" fmla="*/ 5108177 w 5693190"/>
              <a:gd name="connsiteY6" fmla="*/ 0 h 1170026"/>
              <a:gd name="connsiteX7" fmla="*/ 5435264 w 5693190"/>
              <a:gd name="connsiteY7" fmla="*/ 99911 h 1170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93190" h="1170026">
                <a:moveTo>
                  <a:pt x="5435264" y="99911"/>
                </a:moveTo>
                <a:cubicBezTo>
                  <a:pt x="5590878" y="205042"/>
                  <a:pt x="5693190" y="383079"/>
                  <a:pt x="5693190" y="585013"/>
                </a:cubicBezTo>
                <a:cubicBezTo>
                  <a:pt x="5693190" y="908107"/>
                  <a:pt x="5431271" y="1170026"/>
                  <a:pt x="5108177" y="1170026"/>
                </a:cubicBezTo>
                <a:lnTo>
                  <a:pt x="165301" y="1170026"/>
                </a:lnTo>
                <a:lnTo>
                  <a:pt x="0" y="1047546"/>
                </a:lnTo>
                <a:lnTo>
                  <a:pt x="776183" y="0"/>
                </a:lnTo>
                <a:lnTo>
                  <a:pt x="5108177" y="0"/>
                </a:lnTo>
                <a:cubicBezTo>
                  <a:pt x="5229337" y="0"/>
                  <a:pt x="5341895" y="36833"/>
                  <a:pt x="5435264" y="99911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559611A-C831-4747-8F3E-86F7D141EC57}"/>
              </a:ext>
            </a:extLst>
          </p:cNvPr>
          <p:cNvSpPr/>
          <p:nvPr/>
        </p:nvSpPr>
        <p:spPr>
          <a:xfrm rot="19442779">
            <a:off x="-576197" y="2170264"/>
            <a:ext cx="1988225" cy="1317636"/>
          </a:xfrm>
          <a:custGeom>
            <a:avLst/>
            <a:gdLst>
              <a:gd name="connsiteX0" fmla="*/ 1697759 w 1988225"/>
              <a:gd name="connsiteY0" fmla="*/ 112516 h 1317636"/>
              <a:gd name="connsiteX1" fmla="*/ 1988225 w 1988225"/>
              <a:gd name="connsiteY1" fmla="*/ 658818 h 1317636"/>
              <a:gd name="connsiteX2" fmla="*/ 1329407 w 1988225"/>
              <a:gd name="connsiteY2" fmla="*/ 1317636 h 1317636"/>
              <a:gd name="connsiteX3" fmla="*/ 0 w 1988225"/>
              <a:gd name="connsiteY3" fmla="*/ 1317636 h 1317636"/>
              <a:gd name="connsiteX4" fmla="*/ 955692 w 1988225"/>
              <a:gd name="connsiteY4" fmla="*/ 0 h 1317636"/>
              <a:gd name="connsiteX5" fmla="*/ 1329407 w 1988225"/>
              <a:gd name="connsiteY5" fmla="*/ 0 h 1317636"/>
              <a:gd name="connsiteX6" fmla="*/ 1697759 w 1988225"/>
              <a:gd name="connsiteY6" fmla="*/ 112516 h 1317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8225" h="1317636">
                <a:moveTo>
                  <a:pt x="1697759" y="112516"/>
                </a:moveTo>
                <a:cubicBezTo>
                  <a:pt x="1873005" y="230910"/>
                  <a:pt x="1988225" y="431409"/>
                  <a:pt x="1988225" y="658818"/>
                </a:cubicBezTo>
                <a:cubicBezTo>
                  <a:pt x="1988225" y="1022673"/>
                  <a:pt x="1693262" y="1317636"/>
                  <a:pt x="1329407" y="1317636"/>
                </a:cubicBezTo>
                <a:lnTo>
                  <a:pt x="0" y="1317636"/>
                </a:lnTo>
                <a:lnTo>
                  <a:pt x="955692" y="0"/>
                </a:lnTo>
                <a:lnTo>
                  <a:pt x="1329407" y="0"/>
                </a:lnTo>
                <a:cubicBezTo>
                  <a:pt x="1465853" y="0"/>
                  <a:pt x="1592611" y="41479"/>
                  <a:pt x="1697759" y="112516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4B99359-F373-47F2-B1A1-9E974E58E9E7}"/>
              </a:ext>
            </a:extLst>
          </p:cNvPr>
          <p:cNvGrpSpPr/>
          <p:nvPr/>
        </p:nvGrpSpPr>
        <p:grpSpPr>
          <a:xfrm>
            <a:off x="-834790" y="2170263"/>
            <a:ext cx="7049620" cy="5082260"/>
            <a:chOff x="-834790" y="2170263"/>
            <a:chExt cx="7049620" cy="5082260"/>
          </a:xfrm>
          <a:blipFill>
            <a:blip r:embed="rId2"/>
            <a:stretch>
              <a:fillRect/>
            </a:stretch>
          </a:blip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736F66D-DDCF-49AB-9921-19B253A49F58}"/>
                </a:ext>
              </a:extLst>
            </p:cNvPr>
            <p:cNvSpPr/>
            <p:nvPr/>
          </p:nvSpPr>
          <p:spPr>
            <a:xfrm rot="19422187">
              <a:off x="2866323" y="5934407"/>
              <a:ext cx="2731218" cy="1318116"/>
            </a:xfrm>
            <a:custGeom>
              <a:avLst/>
              <a:gdLst>
                <a:gd name="connsiteX0" fmla="*/ 2440646 w 2731218"/>
                <a:gd name="connsiteY0" fmla="*/ 112557 h 1318116"/>
                <a:gd name="connsiteX1" fmla="*/ 2731218 w 2731218"/>
                <a:gd name="connsiteY1" fmla="*/ 659058 h 1318116"/>
                <a:gd name="connsiteX2" fmla="*/ 2731217 w 2731218"/>
                <a:gd name="connsiteY2" fmla="*/ 659058 h 1318116"/>
                <a:gd name="connsiteX3" fmla="*/ 2072159 w 2731218"/>
                <a:gd name="connsiteY3" fmla="*/ 1318116 h 1318116"/>
                <a:gd name="connsiteX4" fmla="*/ 1794602 w 2731218"/>
                <a:gd name="connsiteY4" fmla="*/ 1318116 h 1318116"/>
                <a:gd name="connsiteX5" fmla="*/ 0 w 2731218"/>
                <a:gd name="connsiteY5" fmla="*/ 0 h 1318116"/>
                <a:gd name="connsiteX6" fmla="*/ 2072160 w 2731218"/>
                <a:gd name="connsiteY6" fmla="*/ 0 h 1318116"/>
                <a:gd name="connsiteX7" fmla="*/ 2440646 w 2731218"/>
                <a:gd name="connsiteY7" fmla="*/ 112557 h 131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31218" h="1318116">
                  <a:moveTo>
                    <a:pt x="2440646" y="112557"/>
                  </a:moveTo>
                  <a:cubicBezTo>
                    <a:pt x="2615956" y="230994"/>
                    <a:pt x="2731218" y="431566"/>
                    <a:pt x="2731218" y="659058"/>
                  </a:cubicBezTo>
                  <a:lnTo>
                    <a:pt x="2731217" y="659058"/>
                  </a:lnTo>
                  <a:cubicBezTo>
                    <a:pt x="2731217" y="1023046"/>
                    <a:pt x="2436147" y="1318116"/>
                    <a:pt x="2072159" y="1318116"/>
                  </a:cubicBezTo>
                  <a:lnTo>
                    <a:pt x="1794602" y="1318116"/>
                  </a:lnTo>
                  <a:lnTo>
                    <a:pt x="0" y="0"/>
                  </a:lnTo>
                  <a:lnTo>
                    <a:pt x="2072160" y="0"/>
                  </a:lnTo>
                  <a:cubicBezTo>
                    <a:pt x="2208655" y="0"/>
                    <a:pt x="2335459" y="41494"/>
                    <a:pt x="2440646" y="112557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AFA9750-B7EE-4580-AC07-162EB86CD479}"/>
                </a:ext>
              </a:extLst>
            </p:cNvPr>
            <p:cNvSpPr/>
            <p:nvPr/>
          </p:nvSpPr>
          <p:spPr>
            <a:xfrm rot="19391120">
              <a:off x="212921" y="4934428"/>
              <a:ext cx="6001909" cy="1256750"/>
            </a:xfrm>
            <a:custGeom>
              <a:avLst/>
              <a:gdLst>
                <a:gd name="connsiteX0" fmla="*/ 5724865 w 6001909"/>
                <a:gd name="connsiteY0" fmla="*/ 107317 h 1256750"/>
                <a:gd name="connsiteX1" fmla="*/ 6001909 w 6001909"/>
                <a:gd name="connsiteY1" fmla="*/ 628375 h 1256750"/>
                <a:gd name="connsiteX2" fmla="*/ 6001909 w 6001909"/>
                <a:gd name="connsiteY2" fmla="*/ 628375 h 1256750"/>
                <a:gd name="connsiteX3" fmla="*/ 5373534 w 6001909"/>
                <a:gd name="connsiteY3" fmla="*/ 1256750 h 1256750"/>
                <a:gd name="connsiteX4" fmla="*/ 1679035 w 6001909"/>
                <a:gd name="connsiteY4" fmla="*/ 1256750 h 1256750"/>
                <a:gd name="connsiteX5" fmla="*/ 0 w 6001909"/>
                <a:gd name="connsiteY5" fmla="*/ 0 h 1256750"/>
                <a:gd name="connsiteX6" fmla="*/ 5373534 w 6001909"/>
                <a:gd name="connsiteY6" fmla="*/ 0 h 1256750"/>
                <a:gd name="connsiteX7" fmla="*/ 5724865 w 6001909"/>
                <a:gd name="connsiteY7" fmla="*/ 107317 h 125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01909" h="1256750">
                  <a:moveTo>
                    <a:pt x="5724865" y="107317"/>
                  </a:moveTo>
                  <a:cubicBezTo>
                    <a:pt x="5892013" y="220240"/>
                    <a:pt x="6001909" y="411474"/>
                    <a:pt x="6001909" y="628375"/>
                  </a:cubicBezTo>
                  <a:lnTo>
                    <a:pt x="6001909" y="628375"/>
                  </a:lnTo>
                  <a:cubicBezTo>
                    <a:pt x="6001908" y="975417"/>
                    <a:pt x="5720575" y="1256750"/>
                    <a:pt x="5373534" y="1256750"/>
                  </a:cubicBezTo>
                  <a:lnTo>
                    <a:pt x="1679035" y="1256750"/>
                  </a:lnTo>
                  <a:lnTo>
                    <a:pt x="0" y="0"/>
                  </a:lnTo>
                  <a:lnTo>
                    <a:pt x="5373534" y="0"/>
                  </a:lnTo>
                  <a:cubicBezTo>
                    <a:pt x="5503675" y="0"/>
                    <a:pt x="5624575" y="39563"/>
                    <a:pt x="5724865" y="107317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5A9F5F9-24EF-4129-BD2C-E6730DB12847}"/>
                </a:ext>
              </a:extLst>
            </p:cNvPr>
            <p:cNvSpPr/>
            <p:nvPr/>
          </p:nvSpPr>
          <p:spPr>
            <a:xfrm rot="19442779">
              <a:off x="-667075" y="3324929"/>
              <a:ext cx="3864588" cy="1018364"/>
            </a:xfrm>
            <a:custGeom>
              <a:avLst/>
              <a:gdLst>
                <a:gd name="connsiteX0" fmla="*/ 3640095 w 3864588"/>
                <a:gd name="connsiteY0" fmla="*/ 86961 h 1018364"/>
                <a:gd name="connsiteX1" fmla="*/ 3864588 w 3864588"/>
                <a:gd name="connsiteY1" fmla="*/ 509182 h 1018364"/>
                <a:gd name="connsiteX2" fmla="*/ 3864587 w 3864588"/>
                <a:gd name="connsiteY2" fmla="*/ 509182 h 1018364"/>
                <a:gd name="connsiteX3" fmla="*/ 3355405 w 3864588"/>
                <a:gd name="connsiteY3" fmla="*/ 1018364 h 1018364"/>
                <a:gd name="connsiteX4" fmla="*/ 0 w 3864588"/>
                <a:gd name="connsiteY4" fmla="*/ 1018364 h 1018364"/>
                <a:gd name="connsiteX5" fmla="*/ 738627 w 3864588"/>
                <a:gd name="connsiteY5" fmla="*/ 0 h 1018364"/>
                <a:gd name="connsiteX6" fmla="*/ 3355406 w 3864588"/>
                <a:gd name="connsiteY6" fmla="*/ 0 h 1018364"/>
                <a:gd name="connsiteX7" fmla="*/ 3640095 w 3864588"/>
                <a:gd name="connsiteY7" fmla="*/ 86961 h 101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4588" h="1018364">
                  <a:moveTo>
                    <a:pt x="3640095" y="86961"/>
                  </a:moveTo>
                  <a:cubicBezTo>
                    <a:pt x="3775538" y="178464"/>
                    <a:pt x="3864588" y="333424"/>
                    <a:pt x="3864588" y="509182"/>
                  </a:cubicBezTo>
                  <a:lnTo>
                    <a:pt x="3864587" y="509182"/>
                  </a:lnTo>
                  <a:cubicBezTo>
                    <a:pt x="3864587" y="790395"/>
                    <a:pt x="3636618" y="1018364"/>
                    <a:pt x="3355405" y="1018364"/>
                  </a:cubicBezTo>
                  <a:lnTo>
                    <a:pt x="0" y="1018364"/>
                  </a:lnTo>
                  <a:lnTo>
                    <a:pt x="738627" y="0"/>
                  </a:lnTo>
                  <a:lnTo>
                    <a:pt x="3355406" y="0"/>
                  </a:lnTo>
                  <a:cubicBezTo>
                    <a:pt x="3460861" y="0"/>
                    <a:pt x="3558828" y="32058"/>
                    <a:pt x="3640095" y="86961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5B4383F-91D7-49DD-8DAF-E73F1ECF09D5}"/>
                </a:ext>
              </a:extLst>
            </p:cNvPr>
            <p:cNvSpPr/>
            <p:nvPr/>
          </p:nvSpPr>
          <p:spPr>
            <a:xfrm rot="19407797">
              <a:off x="-834790" y="4206666"/>
              <a:ext cx="5693190" cy="1170026"/>
            </a:xfrm>
            <a:custGeom>
              <a:avLst/>
              <a:gdLst>
                <a:gd name="connsiteX0" fmla="*/ 5435264 w 5693190"/>
                <a:gd name="connsiteY0" fmla="*/ 99911 h 1170026"/>
                <a:gd name="connsiteX1" fmla="*/ 5693190 w 5693190"/>
                <a:gd name="connsiteY1" fmla="*/ 585013 h 1170026"/>
                <a:gd name="connsiteX2" fmla="*/ 5108177 w 5693190"/>
                <a:gd name="connsiteY2" fmla="*/ 1170026 h 1170026"/>
                <a:gd name="connsiteX3" fmla="*/ 165301 w 5693190"/>
                <a:gd name="connsiteY3" fmla="*/ 1170026 h 1170026"/>
                <a:gd name="connsiteX4" fmla="*/ 0 w 5693190"/>
                <a:gd name="connsiteY4" fmla="*/ 1047546 h 1170026"/>
                <a:gd name="connsiteX5" fmla="*/ 776183 w 5693190"/>
                <a:gd name="connsiteY5" fmla="*/ 0 h 1170026"/>
                <a:gd name="connsiteX6" fmla="*/ 5108177 w 5693190"/>
                <a:gd name="connsiteY6" fmla="*/ 0 h 1170026"/>
                <a:gd name="connsiteX7" fmla="*/ 5435264 w 5693190"/>
                <a:gd name="connsiteY7" fmla="*/ 99911 h 1170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93190" h="1170026">
                  <a:moveTo>
                    <a:pt x="5435264" y="99911"/>
                  </a:moveTo>
                  <a:cubicBezTo>
                    <a:pt x="5590878" y="205042"/>
                    <a:pt x="5693190" y="383079"/>
                    <a:pt x="5693190" y="585013"/>
                  </a:cubicBezTo>
                  <a:cubicBezTo>
                    <a:pt x="5693190" y="908107"/>
                    <a:pt x="5431271" y="1170026"/>
                    <a:pt x="5108177" y="1170026"/>
                  </a:cubicBezTo>
                  <a:lnTo>
                    <a:pt x="165301" y="1170026"/>
                  </a:lnTo>
                  <a:lnTo>
                    <a:pt x="0" y="1047546"/>
                  </a:lnTo>
                  <a:lnTo>
                    <a:pt x="776183" y="0"/>
                  </a:lnTo>
                  <a:lnTo>
                    <a:pt x="5108177" y="0"/>
                  </a:lnTo>
                  <a:cubicBezTo>
                    <a:pt x="5229337" y="0"/>
                    <a:pt x="5341895" y="36833"/>
                    <a:pt x="5435264" y="99911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E96EC7A-2CFF-449A-9205-852E8C0BAAF0}"/>
                </a:ext>
              </a:extLst>
            </p:cNvPr>
            <p:cNvSpPr/>
            <p:nvPr/>
          </p:nvSpPr>
          <p:spPr>
            <a:xfrm rot="19442779">
              <a:off x="-576198" y="2170263"/>
              <a:ext cx="1988225" cy="1317636"/>
            </a:xfrm>
            <a:custGeom>
              <a:avLst/>
              <a:gdLst>
                <a:gd name="connsiteX0" fmla="*/ 1697759 w 1988225"/>
                <a:gd name="connsiteY0" fmla="*/ 112516 h 1317636"/>
                <a:gd name="connsiteX1" fmla="*/ 1988225 w 1988225"/>
                <a:gd name="connsiteY1" fmla="*/ 658818 h 1317636"/>
                <a:gd name="connsiteX2" fmla="*/ 1329407 w 1988225"/>
                <a:gd name="connsiteY2" fmla="*/ 1317636 h 1317636"/>
                <a:gd name="connsiteX3" fmla="*/ 0 w 1988225"/>
                <a:gd name="connsiteY3" fmla="*/ 1317636 h 1317636"/>
                <a:gd name="connsiteX4" fmla="*/ 955692 w 1988225"/>
                <a:gd name="connsiteY4" fmla="*/ 0 h 1317636"/>
                <a:gd name="connsiteX5" fmla="*/ 1329407 w 1988225"/>
                <a:gd name="connsiteY5" fmla="*/ 0 h 1317636"/>
                <a:gd name="connsiteX6" fmla="*/ 1697759 w 1988225"/>
                <a:gd name="connsiteY6" fmla="*/ 112516 h 131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8225" h="1317636">
                  <a:moveTo>
                    <a:pt x="1697759" y="112516"/>
                  </a:moveTo>
                  <a:cubicBezTo>
                    <a:pt x="1873005" y="230910"/>
                    <a:pt x="1988225" y="431409"/>
                    <a:pt x="1988225" y="658818"/>
                  </a:cubicBezTo>
                  <a:cubicBezTo>
                    <a:pt x="1988225" y="1022673"/>
                    <a:pt x="1693262" y="1317636"/>
                    <a:pt x="1329407" y="1317636"/>
                  </a:cubicBezTo>
                  <a:lnTo>
                    <a:pt x="0" y="1317636"/>
                  </a:lnTo>
                  <a:lnTo>
                    <a:pt x="955692" y="0"/>
                  </a:lnTo>
                  <a:lnTo>
                    <a:pt x="1329407" y="0"/>
                  </a:lnTo>
                  <a:cubicBezTo>
                    <a:pt x="1465853" y="0"/>
                    <a:pt x="1592611" y="41479"/>
                    <a:pt x="1697759" y="112516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26718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DDA0-46E9-423C-A70F-9A2F121B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567241"/>
            <a:ext cx="5745480" cy="584786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(A)  Introduction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FD11E-3BBC-4965-9D09-2B47B530CF25}"/>
              </a:ext>
            </a:extLst>
          </p:cNvPr>
          <p:cNvSpPr txBox="1"/>
          <p:nvPr/>
        </p:nvSpPr>
        <p:spPr>
          <a:xfrm>
            <a:off x="350520" y="1290597"/>
            <a:ext cx="71456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CYBORG = CYB(cybernetic) + ORG(organism)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Combination of neurons and wires 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 silicon chip is implanted into human body especially where nerves are interconnected.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Silicon chip receive signals, amplify them, and convert it into digital format.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DDBF8F-6DC5-4E4C-9D11-5CC07CD6D75E}"/>
              </a:ext>
            </a:extLst>
          </p:cNvPr>
          <p:cNvSpPr/>
          <p:nvPr/>
        </p:nvSpPr>
        <p:spPr>
          <a:xfrm>
            <a:off x="1469985" y="4158376"/>
            <a:ext cx="8681012" cy="2505075"/>
          </a:xfrm>
          <a:prstGeom prst="roundRect">
            <a:avLst>
              <a:gd name="adj" fmla="val 14829"/>
            </a:avLst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132" r="-401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69C995-8BBD-4EB5-8CB4-85F3FE0A7C67}"/>
              </a:ext>
            </a:extLst>
          </p:cNvPr>
          <p:cNvSpPr/>
          <p:nvPr/>
        </p:nvSpPr>
        <p:spPr>
          <a:xfrm>
            <a:off x="1469985" y="4158375"/>
            <a:ext cx="8681011" cy="2505075"/>
          </a:xfrm>
          <a:prstGeom prst="roundRect">
            <a:avLst/>
          </a:prstGeom>
          <a:solidFill>
            <a:schemeClr val="tx1">
              <a:lumMod val="95000"/>
              <a:lumOff val="5000"/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07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F6C1CCB-4CA0-477D-B60F-1304371CD6F1}"/>
              </a:ext>
            </a:extLst>
          </p:cNvPr>
          <p:cNvGrpSpPr/>
          <p:nvPr/>
        </p:nvGrpSpPr>
        <p:grpSpPr>
          <a:xfrm>
            <a:off x="0" y="0"/>
            <a:ext cx="6942094" cy="6858000"/>
            <a:chOff x="-13990" y="-1"/>
            <a:chExt cx="6942094" cy="6858000"/>
          </a:xfrm>
          <a:blipFill dpi="0" rotWithShape="1">
            <a:blip r:embed="rId2"/>
            <a:srcRect/>
            <a:stretch>
              <a:fillRect l="-24000" r="3000"/>
            </a:stretch>
          </a:blipFill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4CAE57A7-6F21-48DB-B1B2-CC9F0389B1CB}"/>
                </a:ext>
              </a:extLst>
            </p:cNvPr>
            <p:cNvSpPr/>
            <p:nvPr/>
          </p:nvSpPr>
          <p:spPr>
            <a:xfrm rot="19641362">
              <a:off x="173210" y="3955533"/>
              <a:ext cx="1651247" cy="909431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749B5E08-EA1A-496F-892A-70861754C56D}"/>
                </a:ext>
              </a:extLst>
            </p:cNvPr>
            <p:cNvSpPr/>
            <p:nvPr/>
          </p:nvSpPr>
          <p:spPr>
            <a:xfrm rot="19160343">
              <a:off x="128680" y="5459457"/>
              <a:ext cx="878889" cy="541537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3122E27B-0DCD-4E9D-BC96-E7F432A1679B}"/>
                </a:ext>
              </a:extLst>
            </p:cNvPr>
            <p:cNvSpPr/>
            <p:nvPr/>
          </p:nvSpPr>
          <p:spPr>
            <a:xfrm rot="20573689">
              <a:off x="931834" y="6191948"/>
              <a:ext cx="421594" cy="349102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Isosceles Triangle 134">
              <a:extLst>
                <a:ext uri="{FF2B5EF4-FFF2-40B4-BE49-F238E27FC236}">
                  <a16:creationId xmlns:a16="http://schemas.microsoft.com/office/drawing/2014/main" id="{7AF93F50-7B4A-4CAA-A992-9C56665CDCBA}"/>
                </a:ext>
              </a:extLst>
            </p:cNvPr>
            <p:cNvSpPr/>
            <p:nvPr/>
          </p:nvSpPr>
          <p:spPr>
            <a:xfrm rot="2512891">
              <a:off x="1413364" y="5616896"/>
              <a:ext cx="1051909" cy="656948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6" name="Isosceles Triangle 135">
              <a:extLst>
                <a:ext uri="{FF2B5EF4-FFF2-40B4-BE49-F238E27FC236}">
                  <a16:creationId xmlns:a16="http://schemas.microsoft.com/office/drawing/2014/main" id="{D186A139-43D1-4748-898C-4211DCA00B1D}"/>
                </a:ext>
              </a:extLst>
            </p:cNvPr>
            <p:cNvSpPr/>
            <p:nvPr/>
          </p:nvSpPr>
          <p:spPr>
            <a:xfrm rot="18831281">
              <a:off x="2625622" y="5962805"/>
              <a:ext cx="421594" cy="349102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7" name="Isosceles Triangle 136">
              <a:extLst>
                <a:ext uri="{FF2B5EF4-FFF2-40B4-BE49-F238E27FC236}">
                  <a16:creationId xmlns:a16="http://schemas.microsoft.com/office/drawing/2014/main" id="{75BA116A-7530-45DF-864E-08310BAAA9F7}"/>
                </a:ext>
              </a:extLst>
            </p:cNvPr>
            <p:cNvSpPr/>
            <p:nvPr/>
          </p:nvSpPr>
          <p:spPr>
            <a:xfrm rot="519223">
              <a:off x="1834248" y="4565476"/>
              <a:ext cx="1651247" cy="909431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Isosceles Triangle 137">
              <a:extLst>
                <a:ext uri="{FF2B5EF4-FFF2-40B4-BE49-F238E27FC236}">
                  <a16:creationId xmlns:a16="http://schemas.microsoft.com/office/drawing/2014/main" id="{2D6108CD-13F8-4F6F-91AC-857FF9DE016B}"/>
                </a:ext>
              </a:extLst>
            </p:cNvPr>
            <p:cNvSpPr/>
            <p:nvPr/>
          </p:nvSpPr>
          <p:spPr>
            <a:xfrm rot="1817703">
              <a:off x="1169928" y="5017536"/>
              <a:ext cx="421594" cy="349102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9" name="Isosceles Triangle 138">
              <a:extLst>
                <a:ext uri="{FF2B5EF4-FFF2-40B4-BE49-F238E27FC236}">
                  <a16:creationId xmlns:a16="http://schemas.microsoft.com/office/drawing/2014/main" id="{7F191AB5-92C2-48E7-9432-73C5CAB703AF}"/>
                </a:ext>
              </a:extLst>
            </p:cNvPr>
            <p:cNvSpPr/>
            <p:nvPr/>
          </p:nvSpPr>
          <p:spPr>
            <a:xfrm rot="19641362">
              <a:off x="4635740" y="2549874"/>
              <a:ext cx="1651247" cy="909431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0" name="Isosceles Triangle 139">
              <a:extLst>
                <a:ext uri="{FF2B5EF4-FFF2-40B4-BE49-F238E27FC236}">
                  <a16:creationId xmlns:a16="http://schemas.microsoft.com/office/drawing/2014/main" id="{8B546EC1-E64B-47FA-BE26-65D732FF17EE}"/>
                </a:ext>
              </a:extLst>
            </p:cNvPr>
            <p:cNvSpPr/>
            <p:nvPr/>
          </p:nvSpPr>
          <p:spPr>
            <a:xfrm rot="2444122">
              <a:off x="3335420" y="953348"/>
              <a:ext cx="2394940" cy="1561960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1" name="Isosceles Triangle 140">
              <a:extLst>
                <a:ext uri="{FF2B5EF4-FFF2-40B4-BE49-F238E27FC236}">
                  <a16:creationId xmlns:a16="http://schemas.microsoft.com/office/drawing/2014/main" id="{4D244F98-B925-4C16-8E0C-21577D5DC59E}"/>
                </a:ext>
              </a:extLst>
            </p:cNvPr>
            <p:cNvSpPr/>
            <p:nvPr/>
          </p:nvSpPr>
          <p:spPr>
            <a:xfrm rot="585006">
              <a:off x="1818657" y="2162706"/>
              <a:ext cx="2362606" cy="208756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2" name="Isosceles Triangle 141">
              <a:extLst>
                <a:ext uri="{FF2B5EF4-FFF2-40B4-BE49-F238E27FC236}">
                  <a16:creationId xmlns:a16="http://schemas.microsoft.com/office/drawing/2014/main" id="{6ABAA090-0A15-4D52-9BCC-A6CDA62F40F9}"/>
                </a:ext>
              </a:extLst>
            </p:cNvPr>
            <p:cNvSpPr/>
            <p:nvPr/>
          </p:nvSpPr>
          <p:spPr>
            <a:xfrm rot="4137266">
              <a:off x="3750056" y="4977940"/>
              <a:ext cx="1651247" cy="909431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3" name="Isosceles Triangle 142">
              <a:extLst>
                <a:ext uri="{FF2B5EF4-FFF2-40B4-BE49-F238E27FC236}">
                  <a16:creationId xmlns:a16="http://schemas.microsoft.com/office/drawing/2014/main" id="{6E1E5CCE-5A7E-4B5B-AB67-573E6CBE1FDC}"/>
                </a:ext>
              </a:extLst>
            </p:cNvPr>
            <p:cNvSpPr/>
            <p:nvPr/>
          </p:nvSpPr>
          <p:spPr>
            <a:xfrm rot="7531947">
              <a:off x="3157185" y="6032063"/>
              <a:ext cx="878889" cy="541537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985FE24-2275-4FF9-97F6-254AD8A9C13E}"/>
                </a:ext>
              </a:extLst>
            </p:cNvPr>
            <p:cNvSpPr/>
            <p:nvPr/>
          </p:nvSpPr>
          <p:spPr>
            <a:xfrm>
              <a:off x="-13990" y="1404685"/>
              <a:ext cx="2497856" cy="2498188"/>
            </a:xfrm>
            <a:custGeom>
              <a:avLst/>
              <a:gdLst>
                <a:gd name="connsiteX0" fmla="*/ 2497856 w 2497856"/>
                <a:gd name="connsiteY0" fmla="*/ 0 h 2498188"/>
                <a:gd name="connsiteX1" fmla="*/ 1121216 w 2497856"/>
                <a:gd name="connsiteY1" fmla="*/ 2498188 h 2498188"/>
                <a:gd name="connsiteX2" fmla="*/ 0 w 2497856"/>
                <a:gd name="connsiteY2" fmla="*/ 983544 h 2498188"/>
                <a:gd name="connsiteX3" fmla="*/ 0 w 2497856"/>
                <a:gd name="connsiteY3" fmla="*/ 167079 h 249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7856" h="2498188">
                  <a:moveTo>
                    <a:pt x="2497856" y="0"/>
                  </a:moveTo>
                  <a:lnTo>
                    <a:pt x="1121216" y="2498188"/>
                  </a:lnTo>
                  <a:lnTo>
                    <a:pt x="0" y="983544"/>
                  </a:lnTo>
                  <a:lnTo>
                    <a:pt x="0" y="167079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4C27E7C-D702-49A6-8AED-398DFC1B2122}"/>
                </a:ext>
              </a:extLst>
            </p:cNvPr>
            <p:cNvSpPr/>
            <p:nvPr/>
          </p:nvSpPr>
          <p:spPr>
            <a:xfrm>
              <a:off x="568124" y="-1"/>
              <a:ext cx="2794491" cy="903960"/>
            </a:xfrm>
            <a:custGeom>
              <a:avLst/>
              <a:gdLst>
                <a:gd name="connsiteX0" fmla="*/ 209843 w 2794491"/>
                <a:gd name="connsiteY0" fmla="*/ 0 h 903960"/>
                <a:gd name="connsiteX1" fmla="*/ 2470900 w 2794491"/>
                <a:gd name="connsiteY1" fmla="*/ 0 h 903960"/>
                <a:gd name="connsiteX2" fmla="*/ 2794491 w 2794491"/>
                <a:gd name="connsiteY2" fmla="*/ 332210 h 903960"/>
                <a:gd name="connsiteX3" fmla="*/ 0 w 2794491"/>
                <a:gd name="connsiteY3" fmla="*/ 903960 h 90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491" h="903960">
                  <a:moveTo>
                    <a:pt x="209843" y="0"/>
                  </a:moveTo>
                  <a:lnTo>
                    <a:pt x="2470900" y="0"/>
                  </a:lnTo>
                  <a:lnTo>
                    <a:pt x="2794491" y="332210"/>
                  </a:lnTo>
                  <a:lnTo>
                    <a:pt x="0" y="90396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589DA81-7DA4-49E2-A002-1F4EB36A0350}"/>
                </a:ext>
              </a:extLst>
            </p:cNvPr>
            <p:cNvSpPr/>
            <p:nvPr/>
          </p:nvSpPr>
          <p:spPr>
            <a:xfrm>
              <a:off x="4784333" y="4890973"/>
              <a:ext cx="2143771" cy="1967026"/>
            </a:xfrm>
            <a:custGeom>
              <a:avLst/>
              <a:gdLst>
                <a:gd name="connsiteX0" fmla="*/ 1855076 w 2143771"/>
                <a:gd name="connsiteY0" fmla="*/ 0 h 1967026"/>
                <a:gd name="connsiteX1" fmla="*/ 2143771 w 2143771"/>
                <a:gd name="connsiteY1" fmla="*/ 1967026 h 1967026"/>
                <a:gd name="connsiteX2" fmla="*/ 1153745 w 2143771"/>
                <a:gd name="connsiteY2" fmla="*/ 1967026 h 1967026"/>
                <a:gd name="connsiteX3" fmla="*/ 0 w 2143771"/>
                <a:gd name="connsiteY3" fmla="*/ 1520563 h 1967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771" h="1967026">
                  <a:moveTo>
                    <a:pt x="1855076" y="0"/>
                  </a:moveTo>
                  <a:lnTo>
                    <a:pt x="2143771" y="1967026"/>
                  </a:lnTo>
                  <a:lnTo>
                    <a:pt x="1153745" y="1967026"/>
                  </a:lnTo>
                  <a:lnTo>
                    <a:pt x="0" y="1520563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C7A4B1A-A68A-438C-84D6-FE4F8E8CB778}"/>
              </a:ext>
            </a:extLst>
          </p:cNvPr>
          <p:cNvSpPr txBox="1"/>
          <p:nvPr/>
        </p:nvSpPr>
        <p:spPr>
          <a:xfrm>
            <a:off x="6460826" y="1019657"/>
            <a:ext cx="3286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(B)  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8BA808-5BDD-4D23-9B22-D2324B24A1BA}"/>
              </a:ext>
            </a:extLst>
          </p:cNvPr>
          <p:cNvSpPr txBox="1"/>
          <p:nvPr/>
        </p:nvSpPr>
        <p:spPr>
          <a:xfrm>
            <a:off x="6460826" y="1676370"/>
            <a:ext cx="55006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Cyborgs is cybernetic organisms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Organism that is a self-regulating, combination of artificial and natural systems.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Here we discuss some features of cyborgs.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its an attempt to promote greater interaction between humans and computers.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A722D00-1A5C-4EED-ABA0-1C3E6995D9A5}"/>
              </a:ext>
            </a:extLst>
          </p:cNvPr>
          <p:cNvGrpSpPr/>
          <p:nvPr/>
        </p:nvGrpSpPr>
        <p:grpSpPr>
          <a:xfrm>
            <a:off x="0" y="0"/>
            <a:ext cx="6942094" cy="6858000"/>
            <a:chOff x="-13990" y="-1"/>
            <a:chExt cx="6942094" cy="6858000"/>
          </a:xfrm>
          <a:solidFill>
            <a:srgbClr val="0D0D0D">
              <a:alpha val="19000"/>
            </a:srgbClr>
          </a:solidFill>
        </p:grpSpPr>
        <p:sp>
          <p:nvSpPr>
            <p:cNvPr id="150" name="Isosceles Triangle 149">
              <a:extLst>
                <a:ext uri="{FF2B5EF4-FFF2-40B4-BE49-F238E27FC236}">
                  <a16:creationId xmlns:a16="http://schemas.microsoft.com/office/drawing/2014/main" id="{3D71320D-3F11-48EE-B377-E47FA2EDE6BF}"/>
                </a:ext>
              </a:extLst>
            </p:cNvPr>
            <p:cNvSpPr/>
            <p:nvPr/>
          </p:nvSpPr>
          <p:spPr>
            <a:xfrm rot="19641362">
              <a:off x="173210" y="3955533"/>
              <a:ext cx="1651247" cy="909431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1" name="Isosceles Triangle 150">
              <a:extLst>
                <a:ext uri="{FF2B5EF4-FFF2-40B4-BE49-F238E27FC236}">
                  <a16:creationId xmlns:a16="http://schemas.microsoft.com/office/drawing/2014/main" id="{AE89E0D6-A0E0-4F8F-ABF7-A202EA3FCF92}"/>
                </a:ext>
              </a:extLst>
            </p:cNvPr>
            <p:cNvSpPr/>
            <p:nvPr/>
          </p:nvSpPr>
          <p:spPr>
            <a:xfrm rot="19160343">
              <a:off x="128680" y="5459457"/>
              <a:ext cx="878889" cy="541537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2" name="Isosceles Triangle 151">
              <a:extLst>
                <a:ext uri="{FF2B5EF4-FFF2-40B4-BE49-F238E27FC236}">
                  <a16:creationId xmlns:a16="http://schemas.microsoft.com/office/drawing/2014/main" id="{41A15B02-2AC4-41D1-8317-4C03906D9306}"/>
                </a:ext>
              </a:extLst>
            </p:cNvPr>
            <p:cNvSpPr/>
            <p:nvPr/>
          </p:nvSpPr>
          <p:spPr>
            <a:xfrm rot="20573689">
              <a:off x="931834" y="6191948"/>
              <a:ext cx="421594" cy="349102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3" name="Isosceles Triangle 152">
              <a:extLst>
                <a:ext uri="{FF2B5EF4-FFF2-40B4-BE49-F238E27FC236}">
                  <a16:creationId xmlns:a16="http://schemas.microsoft.com/office/drawing/2014/main" id="{FC5549C8-B5C2-4EA2-B1B5-92EB1D516303}"/>
                </a:ext>
              </a:extLst>
            </p:cNvPr>
            <p:cNvSpPr/>
            <p:nvPr/>
          </p:nvSpPr>
          <p:spPr>
            <a:xfrm rot="2512891">
              <a:off x="1413364" y="5616896"/>
              <a:ext cx="1051909" cy="656948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4" name="Isosceles Triangle 153">
              <a:extLst>
                <a:ext uri="{FF2B5EF4-FFF2-40B4-BE49-F238E27FC236}">
                  <a16:creationId xmlns:a16="http://schemas.microsoft.com/office/drawing/2014/main" id="{564180B1-7A0B-4D2A-BB0C-AABA5604929E}"/>
                </a:ext>
              </a:extLst>
            </p:cNvPr>
            <p:cNvSpPr/>
            <p:nvPr/>
          </p:nvSpPr>
          <p:spPr>
            <a:xfrm rot="18831281">
              <a:off x="2625622" y="5962805"/>
              <a:ext cx="421594" cy="349102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5" name="Isosceles Triangle 154">
              <a:extLst>
                <a:ext uri="{FF2B5EF4-FFF2-40B4-BE49-F238E27FC236}">
                  <a16:creationId xmlns:a16="http://schemas.microsoft.com/office/drawing/2014/main" id="{BCB661AE-3507-4732-9B88-404D309F5B0A}"/>
                </a:ext>
              </a:extLst>
            </p:cNvPr>
            <p:cNvSpPr/>
            <p:nvPr/>
          </p:nvSpPr>
          <p:spPr>
            <a:xfrm rot="519223">
              <a:off x="1834248" y="4565476"/>
              <a:ext cx="1651247" cy="909431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6" name="Isosceles Triangle 155">
              <a:extLst>
                <a:ext uri="{FF2B5EF4-FFF2-40B4-BE49-F238E27FC236}">
                  <a16:creationId xmlns:a16="http://schemas.microsoft.com/office/drawing/2014/main" id="{09029BA2-C303-47FB-8B13-36E8B622CEE9}"/>
                </a:ext>
              </a:extLst>
            </p:cNvPr>
            <p:cNvSpPr/>
            <p:nvPr/>
          </p:nvSpPr>
          <p:spPr>
            <a:xfrm rot="1817703">
              <a:off x="1169928" y="5017536"/>
              <a:ext cx="421594" cy="349102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7" name="Isosceles Triangle 156">
              <a:extLst>
                <a:ext uri="{FF2B5EF4-FFF2-40B4-BE49-F238E27FC236}">
                  <a16:creationId xmlns:a16="http://schemas.microsoft.com/office/drawing/2014/main" id="{17462550-F90E-428B-B7B8-617C94504E74}"/>
                </a:ext>
              </a:extLst>
            </p:cNvPr>
            <p:cNvSpPr/>
            <p:nvPr/>
          </p:nvSpPr>
          <p:spPr>
            <a:xfrm rot="19641362">
              <a:off x="4635740" y="2549874"/>
              <a:ext cx="1651247" cy="909431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8" name="Isosceles Triangle 157">
              <a:extLst>
                <a:ext uri="{FF2B5EF4-FFF2-40B4-BE49-F238E27FC236}">
                  <a16:creationId xmlns:a16="http://schemas.microsoft.com/office/drawing/2014/main" id="{F5A8F9B5-A138-4C66-B3A9-C7071CF84A96}"/>
                </a:ext>
              </a:extLst>
            </p:cNvPr>
            <p:cNvSpPr/>
            <p:nvPr/>
          </p:nvSpPr>
          <p:spPr>
            <a:xfrm rot="2444122">
              <a:off x="3335420" y="953348"/>
              <a:ext cx="2394940" cy="1561960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9" name="Isosceles Triangle 158">
              <a:extLst>
                <a:ext uri="{FF2B5EF4-FFF2-40B4-BE49-F238E27FC236}">
                  <a16:creationId xmlns:a16="http://schemas.microsoft.com/office/drawing/2014/main" id="{89556CDD-91F8-400E-B9AF-071289A34052}"/>
                </a:ext>
              </a:extLst>
            </p:cNvPr>
            <p:cNvSpPr/>
            <p:nvPr/>
          </p:nvSpPr>
          <p:spPr>
            <a:xfrm rot="585006">
              <a:off x="1818657" y="2162706"/>
              <a:ext cx="2362606" cy="208756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0" name="Isosceles Triangle 159">
              <a:extLst>
                <a:ext uri="{FF2B5EF4-FFF2-40B4-BE49-F238E27FC236}">
                  <a16:creationId xmlns:a16="http://schemas.microsoft.com/office/drawing/2014/main" id="{84102E77-99FA-4BC1-B114-766200134414}"/>
                </a:ext>
              </a:extLst>
            </p:cNvPr>
            <p:cNvSpPr/>
            <p:nvPr/>
          </p:nvSpPr>
          <p:spPr>
            <a:xfrm rot="4137266">
              <a:off x="3750056" y="4977940"/>
              <a:ext cx="1651247" cy="909431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1" name="Isosceles Triangle 160">
              <a:extLst>
                <a:ext uri="{FF2B5EF4-FFF2-40B4-BE49-F238E27FC236}">
                  <a16:creationId xmlns:a16="http://schemas.microsoft.com/office/drawing/2014/main" id="{6B8B5AF6-60C2-4071-87AA-01160D2D3952}"/>
                </a:ext>
              </a:extLst>
            </p:cNvPr>
            <p:cNvSpPr/>
            <p:nvPr/>
          </p:nvSpPr>
          <p:spPr>
            <a:xfrm rot="7531947">
              <a:off x="3157185" y="6032063"/>
              <a:ext cx="878889" cy="541537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9996CF13-1D04-4312-8D59-06D24F0AF143}"/>
                </a:ext>
              </a:extLst>
            </p:cNvPr>
            <p:cNvSpPr/>
            <p:nvPr/>
          </p:nvSpPr>
          <p:spPr>
            <a:xfrm>
              <a:off x="-13990" y="1404685"/>
              <a:ext cx="2497856" cy="2498188"/>
            </a:xfrm>
            <a:custGeom>
              <a:avLst/>
              <a:gdLst>
                <a:gd name="connsiteX0" fmla="*/ 2497856 w 2497856"/>
                <a:gd name="connsiteY0" fmla="*/ 0 h 2498188"/>
                <a:gd name="connsiteX1" fmla="*/ 1121216 w 2497856"/>
                <a:gd name="connsiteY1" fmla="*/ 2498188 h 2498188"/>
                <a:gd name="connsiteX2" fmla="*/ 0 w 2497856"/>
                <a:gd name="connsiteY2" fmla="*/ 983544 h 2498188"/>
                <a:gd name="connsiteX3" fmla="*/ 0 w 2497856"/>
                <a:gd name="connsiteY3" fmla="*/ 167079 h 249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7856" h="2498188">
                  <a:moveTo>
                    <a:pt x="2497856" y="0"/>
                  </a:moveTo>
                  <a:lnTo>
                    <a:pt x="1121216" y="2498188"/>
                  </a:lnTo>
                  <a:lnTo>
                    <a:pt x="0" y="983544"/>
                  </a:lnTo>
                  <a:lnTo>
                    <a:pt x="0" y="167079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CD5D1C4D-5839-4267-957E-BD4B5C020D4E}"/>
                </a:ext>
              </a:extLst>
            </p:cNvPr>
            <p:cNvSpPr/>
            <p:nvPr/>
          </p:nvSpPr>
          <p:spPr>
            <a:xfrm>
              <a:off x="568124" y="-1"/>
              <a:ext cx="2794491" cy="903960"/>
            </a:xfrm>
            <a:custGeom>
              <a:avLst/>
              <a:gdLst>
                <a:gd name="connsiteX0" fmla="*/ 209843 w 2794491"/>
                <a:gd name="connsiteY0" fmla="*/ 0 h 903960"/>
                <a:gd name="connsiteX1" fmla="*/ 2470900 w 2794491"/>
                <a:gd name="connsiteY1" fmla="*/ 0 h 903960"/>
                <a:gd name="connsiteX2" fmla="*/ 2794491 w 2794491"/>
                <a:gd name="connsiteY2" fmla="*/ 332210 h 903960"/>
                <a:gd name="connsiteX3" fmla="*/ 0 w 2794491"/>
                <a:gd name="connsiteY3" fmla="*/ 903960 h 90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491" h="903960">
                  <a:moveTo>
                    <a:pt x="209843" y="0"/>
                  </a:moveTo>
                  <a:lnTo>
                    <a:pt x="2470900" y="0"/>
                  </a:lnTo>
                  <a:lnTo>
                    <a:pt x="2794491" y="332210"/>
                  </a:lnTo>
                  <a:lnTo>
                    <a:pt x="0" y="90396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586CA1E-F2E0-434C-B00C-BAAFFB2D777D}"/>
                </a:ext>
              </a:extLst>
            </p:cNvPr>
            <p:cNvSpPr/>
            <p:nvPr/>
          </p:nvSpPr>
          <p:spPr>
            <a:xfrm>
              <a:off x="4784333" y="4890973"/>
              <a:ext cx="2143771" cy="1967026"/>
            </a:xfrm>
            <a:custGeom>
              <a:avLst/>
              <a:gdLst>
                <a:gd name="connsiteX0" fmla="*/ 1855076 w 2143771"/>
                <a:gd name="connsiteY0" fmla="*/ 0 h 1967026"/>
                <a:gd name="connsiteX1" fmla="*/ 2143771 w 2143771"/>
                <a:gd name="connsiteY1" fmla="*/ 1967026 h 1967026"/>
                <a:gd name="connsiteX2" fmla="*/ 1153745 w 2143771"/>
                <a:gd name="connsiteY2" fmla="*/ 1967026 h 1967026"/>
                <a:gd name="connsiteX3" fmla="*/ 0 w 2143771"/>
                <a:gd name="connsiteY3" fmla="*/ 1520563 h 1967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771" h="1967026">
                  <a:moveTo>
                    <a:pt x="1855076" y="0"/>
                  </a:moveTo>
                  <a:lnTo>
                    <a:pt x="2143771" y="1967026"/>
                  </a:lnTo>
                  <a:lnTo>
                    <a:pt x="1153745" y="1967026"/>
                  </a:lnTo>
                  <a:lnTo>
                    <a:pt x="0" y="1520563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38282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C99A1CB9-02E1-46D2-94B9-DAD099D810D3}"/>
              </a:ext>
            </a:extLst>
          </p:cNvPr>
          <p:cNvSpPr/>
          <p:nvPr/>
        </p:nvSpPr>
        <p:spPr>
          <a:xfrm>
            <a:off x="624840" y="0"/>
            <a:ext cx="3773540" cy="6858000"/>
          </a:xfrm>
          <a:prstGeom prst="parallelogram">
            <a:avLst>
              <a:gd name="adj" fmla="val 14571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00A8A8A4-7FD9-48B9-8FE1-531D08D2B2EF}"/>
              </a:ext>
            </a:extLst>
          </p:cNvPr>
          <p:cNvSpPr/>
          <p:nvPr/>
        </p:nvSpPr>
        <p:spPr>
          <a:xfrm>
            <a:off x="624840" y="0"/>
            <a:ext cx="3773540" cy="6858000"/>
          </a:xfrm>
          <a:prstGeom prst="parallelogram">
            <a:avLst>
              <a:gd name="adj" fmla="val 18865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FDF028C5-8D98-4225-8E80-1B71ED04FDC4}"/>
              </a:ext>
            </a:extLst>
          </p:cNvPr>
          <p:cNvSpPr/>
          <p:nvPr/>
        </p:nvSpPr>
        <p:spPr>
          <a:xfrm>
            <a:off x="624840" y="0"/>
            <a:ext cx="3773540" cy="6858000"/>
          </a:xfrm>
          <a:prstGeom prst="parallelogram">
            <a:avLst>
              <a:gd name="adj" fmla="val 2592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F6AE9523-378B-447D-8B56-DBECA5CF7E0A}"/>
              </a:ext>
            </a:extLst>
          </p:cNvPr>
          <p:cNvSpPr/>
          <p:nvPr/>
        </p:nvSpPr>
        <p:spPr>
          <a:xfrm>
            <a:off x="624840" y="0"/>
            <a:ext cx="3773540" cy="6858000"/>
          </a:xfrm>
          <a:prstGeom prst="parallelogram">
            <a:avLst>
              <a:gd name="adj" fmla="val 31748"/>
            </a:avLst>
          </a:prstGeom>
          <a:blipFill dpi="0" rotWithShape="1">
            <a:blip r:embed="rId2"/>
            <a:srcRect/>
            <a:stretch>
              <a:fillRect l="-53000" t="-2000" r="-13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E0343-9885-4327-ACD9-D0D0EB1850EB}"/>
              </a:ext>
            </a:extLst>
          </p:cNvPr>
          <p:cNvSpPr txBox="1"/>
          <p:nvPr/>
        </p:nvSpPr>
        <p:spPr>
          <a:xfrm>
            <a:off x="4686300" y="437406"/>
            <a:ext cx="585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(C) 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D7492-4B95-45C4-B659-F53A2DFAA1FE}"/>
              </a:ext>
            </a:extLst>
          </p:cNvPr>
          <p:cNvSpPr txBox="1"/>
          <p:nvPr/>
        </p:nvSpPr>
        <p:spPr>
          <a:xfrm>
            <a:off x="4709095" y="1427614"/>
            <a:ext cx="61690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 help blind peoples.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There are possibilities to capture signals responsible for happiness, pain etc.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 establish wireless communication between two persons.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Curing disease. 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EB9BADFA-67B8-4B22-AAF8-7DA6C49EE07D}"/>
              </a:ext>
            </a:extLst>
          </p:cNvPr>
          <p:cNvSpPr/>
          <p:nvPr/>
        </p:nvSpPr>
        <p:spPr>
          <a:xfrm>
            <a:off x="624840" y="0"/>
            <a:ext cx="3773540" cy="6858000"/>
          </a:xfrm>
          <a:prstGeom prst="parallelogram">
            <a:avLst>
              <a:gd name="adj" fmla="val 31748"/>
            </a:avLst>
          </a:prstGeom>
          <a:solidFill>
            <a:srgbClr val="0D0D0D">
              <a:alpha val="2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11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F50DED-2BCB-47E1-A61E-4D1F2ABE474A}"/>
              </a:ext>
            </a:extLst>
          </p:cNvPr>
          <p:cNvSpPr txBox="1"/>
          <p:nvPr/>
        </p:nvSpPr>
        <p:spPr>
          <a:xfrm>
            <a:off x="1143000" y="657225"/>
            <a:ext cx="5114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(D)  Future Scope: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27503-33A9-47B1-862E-1BBF777C563C}"/>
              </a:ext>
            </a:extLst>
          </p:cNvPr>
          <p:cNvSpPr txBox="1"/>
          <p:nvPr/>
        </p:nvSpPr>
        <p:spPr>
          <a:xfrm>
            <a:off x="1143000" y="1409700"/>
            <a:ext cx="82962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So we have the bionic hearing, but what about eyes?  well it turns out that bionic eyes do exits but they are not widespread as ear implants.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one product already on the market is 'second sight's argus II’.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camera -&gt; implants -&gt; tiny electrode array -&gt; optic nerve -&gt; brain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0C6E18-48DB-4A7C-851F-8E0CE316907B}"/>
              </a:ext>
            </a:extLst>
          </p:cNvPr>
          <p:cNvSpPr/>
          <p:nvPr/>
        </p:nvSpPr>
        <p:spPr>
          <a:xfrm>
            <a:off x="819150" y="4352925"/>
            <a:ext cx="10267950" cy="2286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EBBC4D-437B-4073-B05C-A79AACC29A91}"/>
              </a:ext>
            </a:extLst>
          </p:cNvPr>
          <p:cNvSpPr/>
          <p:nvPr/>
        </p:nvSpPr>
        <p:spPr>
          <a:xfrm>
            <a:off x="809625" y="4352925"/>
            <a:ext cx="10267950" cy="2286000"/>
          </a:xfrm>
          <a:prstGeom prst="roundRect">
            <a:avLst/>
          </a:prstGeom>
          <a:solidFill>
            <a:schemeClr val="tx1">
              <a:lumMod val="95000"/>
              <a:lumOff val="5000"/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099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216671-6063-40B0-90AF-BBEA97F2A2DA}"/>
              </a:ext>
            </a:extLst>
          </p:cNvPr>
          <p:cNvSpPr txBox="1"/>
          <p:nvPr/>
        </p:nvSpPr>
        <p:spPr>
          <a:xfrm>
            <a:off x="1323975" y="714375"/>
            <a:ext cx="99441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Telepathic communication 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If we could somehow decode the patterns of electrical signals coming from the brain, then we would be able to send messages with just the power of thoughts!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Recently , a US government study found that it was possible to discern the consonants an vowels of imagined words just by analysis of brain signals.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309AC52E-7F4E-475F-8803-A230EFC5F89C}"/>
              </a:ext>
            </a:extLst>
          </p:cNvPr>
          <p:cNvSpPr/>
          <p:nvPr/>
        </p:nvSpPr>
        <p:spPr>
          <a:xfrm>
            <a:off x="2476500" y="3600450"/>
            <a:ext cx="7239000" cy="2371725"/>
          </a:xfrm>
          <a:prstGeom prst="snip2Diag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C812D8D0-286A-423D-885B-4BAF3B62CBAC}"/>
              </a:ext>
            </a:extLst>
          </p:cNvPr>
          <p:cNvSpPr/>
          <p:nvPr/>
        </p:nvSpPr>
        <p:spPr>
          <a:xfrm>
            <a:off x="2476500" y="3586162"/>
            <a:ext cx="7239000" cy="2371725"/>
          </a:xfrm>
          <a:prstGeom prst="snip2Diag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678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9C473C-2796-4DE4-B1CE-608EA9B28280}"/>
              </a:ext>
            </a:extLst>
          </p:cNvPr>
          <p:cNvSpPr txBox="1"/>
          <p:nvPr/>
        </p:nvSpPr>
        <p:spPr>
          <a:xfrm>
            <a:off x="1341122" y="348585"/>
            <a:ext cx="2611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(E) Conclusion : 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75C97-C2A1-42AA-9056-E18B2FB391D1}"/>
              </a:ext>
            </a:extLst>
          </p:cNvPr>
          <p:cNvSpPr txBox="1"/>
          <p:nvPr/>
        </p:nvSpPr>
        <p:spPr>
          <a:xfrm>
            <a:off x="7183120" y="348585"/>
            <a:ext cx="2824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(F) Reference : 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DCF89A-0581-4CB5-8C6C-346DBF9AA889}"/>
              </a:ext>
            </a:extLst>
          </p:cNvPr>
          <p:cNvCxnSpPr>
            <a:cxnSpLocks/>
          </p:cNvCxnSpPr>
          <p:nvPr/>
        </p:nvCxnSpPr>
        <p:spPr>
          <a:xfrm>
            <a:off x="6096000" y="548640"/>
            <a:ext cx="0" cy="599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ACA9FCC-A7EC-4FA9-A1C1-704361DCBE26}"/>
              </a:ext>
            </a:extLst>
          </p:cNvPr>
          <p:cNvSpPr txBox="1"/>
          <p:nvPr/>
        </p:nvSpPr>
        <p:spPr>
          <a:xfrm>
            <a:off x="487680" y="1030030"/>
            <a:ext cx="50495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Though bioelectronics has many advantages it may lead to negative arguments with the invention of biological machines called "Cyborgs".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When humans being offered the chance to utilize computers within their bodies to achieve the same results, it would be unrealistic to ban such technologies.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F39D7-3E2B-4AA4-ABF7-1E680366D862}"/>
              </a:ext>
            </a:extLst>
          </p:cNvPr>
          <p:cNvSpPr txBox="1"/>
          <p:nvPr/>
        </p:nvSpPr>
        <p:spPr>
          <a:xfrm>
            <a:off x="6522720" y="1030030"/>
            <a:ext cx="49072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http://brikrijen.weebly.com/a-shocking-revelation.html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Military Plans Cyborg Sharks. LiveScience (7 March 2006). Retrieved on 29 August 2011.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Warwick, K,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Gasson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, M, Hutt, B, Goodhew, I, 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Kyberd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, P,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Schulzrinne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, H and Wu, X: "Thought Communication and Control: A First Step using Radiotelegraphy", IEE Proceedings on Communications, 151(3), pp.185– 189, 2004</a:t>
            </a:r>
          </a:p>
        </p:txBody>
      </p:sp>
    </p:spTree>
    <p:extLst>
      <p:ext uri="{BB962C8B-B14F-4D97-AF65-F5344CB8AC3E}">
        <p14:creationId xmlns:p14="http://schemas.microsoft.com/office/powerpoint/2010/main" val="411963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F003C7-C72B-497E-93F2-9D2F97096859}"/>
              </a:ext>
            </a:extLst>
          </p:cNvPr>
          <p:cNvSpPr txBox="1"/>
          <p:nvPr/>
        </p:nvSpPr>
        <p:spPr>
          <a:xfrm>
            <a:off x="1562099" y="2794143"/>
            <a:ext cx="98964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THANK  YOU !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9BE46-71F7-43F6-9BBE-8CBEA7307FD0}"/>
              </a:ext>
            </a:extLst>
          </p:cNvPr>
          <p:cNvSpPr txBox="1"/>
          <p:nvPr/>
        </p:nvSpPr>
        <p:spPr>
          <a:xfrm>
            <a:off x="4733924" y="4117582"/>
            <a:ext cx="3552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Aniket Mhatre</a:t>
            </a:r>
          </a:p>
        </p:txBody>
      </p:sp>
    </p:spTree>
    <p:extLst>
      <p:ext uri="{BB962C8B-B14F-4D97-AF65-F5344CB8AC3E}">
        <p14:creationId xmlns:p14="http://schemas.microsoft.com/office/powerpoint/2010/main" val="1426658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415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Wingdings</vt:lpstr>
      <vt:lpstr>Office Theme</vt:lpstr>
      <vt:lpstr>Title : Cyborg</vt:lpstr>
      <vt:lpstr>(A)  Introduction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: Cyborg</dc:title>
  <dc:creator>ANIKET MHATRE</dc:creator>
  <cp:lastModifiedBy>ANIKET MHATRE</cp:lastModifiedBy>
  <cp:revision>14</cp:revision>
  <dcterms:created xsi:type="dcterms:W3CDTF">2021-12-23T07:31:14Z</dcterms:created>
  <dcterms:modified xsi:type="dcterms:W3CDTF">2022-03-22T06:30:07Z</dcterms:modified>
</cp:coreProperties>
</file>